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embeddedFontLst>
    <p:embeddedFont>
      <p:font typeface="Montserrat" panose="020B0604020202020204" charset="0"/>
      <p:regular r:id="rId15"/>
    </p:embeddedFont>
    <p:embeddedFont>
      <p:font typeface="Heebo Bold" panose="020B0604020202020204" charset="-79"/>
      <p:regular r:id="rId16"/>
    </p:embeddedFont>
    <p:embeddedFont>
      <p:font typeface="Heebo Light" panose="020B0604020202020204" charset="-79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96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1540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ATM Simulation System Using Python Flask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80172"/>
            <a:ext cx="6296860" cy="261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By </a:t>
            </a:r>
            <a:r>
              <a:rPr lang="en-US" sz="1450" dirty="0" err="1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Bilawal</a:t>
            </a:r>
            <a:r>
              <a:rPr lang="en-US" sz="1450" dirty="0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450" dirty="0" err="1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Faiz</a:t>
            </a:r>
            <a:r>
              <a:rPr lang="en-US" sz="1450" dirty="0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SU92-BSAIM-F25-133</a:t>
            </a:r>
          </a:p>
          <a:p>
            <a:pPr>
              <a:lnSpc>
                <a:spcPct val="133000"/>
              </a:lnSpc>
            </a:pPr>
            <a:r>
              <a:rPr lang="en-US" sz="1450" dirty="0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By Ali Hassan— SU92-BSAIM-F25-079</a:t>
            </a:r>
            <a:endParaRPr lang="en-US" sz="1450" dirty="0" smtClean="0"/>
          </a:p>
          <a:p>
            <a:pPr>
              <a:lnSpc>
                <a:spcPct val="133000"/>
              </a:lnSpc>
            </a:pPr>
            <a:r>
              <a:rPr lang="en-US" sz="1450" dirty="0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By </a:t>
            </a:r>
            <a:r>
              <a:rPr lang="en-US" sz="1450" dirty="0" err="1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Abu_bakar</a:t>
            </a:r>
            <a:r>
              <a:rPr lang="en-US" sz="1450" dirty="0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— SU92-BSAIM-F25-129</a:t>
            </a:r>
            <a:endParaRPr lang="en-US" sz="1450" dirty="0" smtClean="0"/>
          </a:p>
          <a:p>
            <a:pPr>
              <a:lnSpc>
                <a:spcPct val="133000"/>
              </a:lnSpc>
            </a:pPr>
            <a:r>
              <a:rPr lang="en-US" sz="1450" dirty="0" smtClean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By Ali Hassan— SU92-BSAIM-F25-338</a:t>
            </a:r>
          </a:p>
          <a:p>
            <a:pPr>
              <a:lnSpc>
                <a:spcPct val="133000"/>
              </a:lnSpc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Bachelor of Science in Artificial Intelligence — Department of Software Engineering, The Superior University Lahore — 2026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4570115"/>
            <a:ext cx="41356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226914" y="4570115"/>
            <a:ext cx="291914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35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10012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ATMs provide convenient access to banking services — withdrawals, balance inquiries, deposits, and account management. This project develops a web-based ATM Simulation System using Python Flask to replicate core banking operations with a simple, interactive interface demonstrating frontend-backend integration and security basics.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871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61221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 transaction management is inefficient and slow. The ATM Simulation System provides a digital platform to simulate essential ATM operations securely via a web interface, improving efficiency and user experience for educational purposes.</a:t>
            </a:r>
            <a:endParaRPr lang="en-US" sz="14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PIN Login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 PIN-based authentication.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41458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Inquiry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01863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current account balance.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414588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60994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Deposit &amp; Withdrawal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018631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Deposit and withdraw funds with validation.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 Management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Allow secure PIN changes.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Simulation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Replicate real ATM behavior and teach Flask web development.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269" b="-1"/>
          <a:stretch/>
        </p:blipFill>
        <p:spPr>
          <a:xfrm>
            <a:off x="4522447" y="1817715"/>
            <a:ext cx="7495692" cy="47731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2730" y="81810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935762" y="1487552"/>
            <a:ext cx="7173370" cy="10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Core ATM functionalities for educational use: login with PIN, check balance, deposit, withdraw, change PIN, and secure logout. Designed as a learning platform that can be extended with advanced banking features.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-569370" y="4158554"/>
            <a:ext cx="5252978" cy="45719"/>
          </a:xfrm>
          <a:prstGeom prst="roundRect">
            <a:avLst>
              <a:gd name="adj" fmla="val 59999"/>
            </a:avLst>
          </a:prstGeom>
          <a:solidFill>
            <a:srgbClr val="DCD7E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81530" y="447768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 (overview)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82137" y="4938613"/>
            <a:ext cx="4303170" cy="214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Frontend: HTML, CSS, JavaScript — Backend: Python + Flask — Data: pin.txt &amp; balance.txt — Flow: User → Login → PIN Verification → Dashboard → Transactions → Updated Balance → Logout</a:t>
            </a:r>
            <a:endParaRPr lang="en-US" sz="145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24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544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&amp; Non-Functional Requirements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908201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392488"/>
            <a:ext cx="2917851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PIN authentication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 inquiry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Deposit (updates balance)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Withdrawal (balance validation)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Change PIN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Logout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908201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Non-Functional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18719" y="3392488"/>
            <a:ext cx="2917851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Security: PIN-based auth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Reliability: accurate transactions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Usability: user-friendly UI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Performance: fast responses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Maintainability: easy to update</a:t>
            </a:r>
            <a:endParaRPr lang="en-US" sz="145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24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Technologies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81138"/>
            <a:ext cx="10868745" cy="3264297"/>
          </a:xfrm>
          <a:prstGeom prst="roundRect">
            <a:avLst>
              <a:gd name="adj" fmla="val 243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287488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6931" y="2407245"/>
            <a:ext cx="4570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02504" y="2407245"/>
            <a:ext cx="67419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Purpose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7825" y="2829421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6931" y="2949178"/>
            <a:ext cx="4570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02504" y="2949178"/>
            <a:ext cx="67419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Backend development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7825" y="3371354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6931" y="3491111"/>
            <a:ext cx="4570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Flask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02504" y="3491111"/>
            <a:ext cx="67419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Web framework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7825" y="3913287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6931" y="4033044"/>
            <a:ext cx="4570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HTML / CSS / JavaScript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02504" y="4033044"/>
            <a:ext cx="67419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Frontend structure &amp; UI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7825" y="4455220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6931" y="4574977"/>
            <a:ext cx="4570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VS Code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02504" y="4574977"/>
            <a:ext cx="67419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Development environment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825" y="4997152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6931" y="5116909"/>
            <a:ext cx="4570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pin.txt / balance.txt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504" y="5116909"/>
            <a:ext cx="67419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Simple data storage for demo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43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Design — Main Modules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062"/>
            <a:ext cx="558786" cy="698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113062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 Module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2521744"/>
            <a:ext cx="174491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Authenticates users via PIN verification.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113062"/>
            <a:ext cx="558786" cy="698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113062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Module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2817019"/>
            <a:ext cx="17450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Displays current account balance.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113062"/>
            <a:ext cx="558786" cy="698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113062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Deposit Module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2817019"/>
            <a:ext cx="17450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Adds deposited amount and updates balance.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113062"/>
            <a:ext cx="558786" cy="698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113062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Withdrawal Module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2817019"/>
            <a:ext cx="17450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Validates funds before processing withdrawals.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102298"/>
            <a:ext cx="558786" cy="698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56495" y="4102298"/>
            <a:ext cx="174491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 Management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456495" y="4806255"/>
            <a:ext cx="174491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Allow secure PIN changes saved for future logins.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7645" y="4102298"/>
            <a:ext cx="558786" cy="698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32665" y="4102298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Logout Module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4232665" y="4806255"/>
            <a:ext cx="17450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Ends the user session securely.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9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&amp; Results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33649"/>
            <a:ext cx="10868745" cy="3844330"/>
          </a:xfrm>
          <a:prstGeom prst="roundRect">
            <a:avLst>
              <a:gd name="adj" fmla="val 206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285107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833390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381673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929955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478238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026521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56931" y="1859756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Test Case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199329" y="1859756"/>
            <a:ext cx="67451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Result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6931" y="2408039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Correct PIN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99329" y="2408039"/>
            <a:ext cx="67451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Login Successful — Passed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6931" y="2956322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Wrong PIN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99329" y="2956322"/>
            <a:ext cx="67451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 Denied — Passed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6931" y="3504605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Deposit Amount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99329" y="3504605"/>
            <a:ext cx="67451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 Increased — Passed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931" y="4052888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Withdraw Amount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99329" y="4052888"/>
            <a:ext cx="67451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 Decreased — Passed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6931" y="4601170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Excess Withdrawal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99329" y="4601170"/>
            <a:ext cx="67451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 Balance Alert — Passed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6931" y="5149453"/>
            <a:ext cx="45739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Change PIN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199329" y="5149453"/>
            <a:ext cx="67451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New PIN Saved — Passed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1475" y="57906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 core functionalities performed successfully during testing.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80"/>
            <a:ext cx="4539837" cy="6804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65448"/>
            <a:ext cx="6296860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 &amp; Conclusion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4795816" y="2287388"/>
            <a:ext cx="2630224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4778388" y="2563514"/>
            <a:ext cx="2192680" cy="324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Database integration (MySQL/SQLite)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Multiple user accounts &amp; transaction history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Account registration &amp; admin dashboard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SMS/Email notifications &amp; card number authentication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Enhanced security features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863584" y="2083395"/>
            <a:ext cx="367288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863584" y="2524820"/>
            <a:ext cx="3672887" cy="1915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ATM Simulation System replicates core ATM functionalities using Python Flask, demonstrating secure PIN authentication, transaction handling, and frontend-backend integration. The project is a practical learning tool for web development and banking application basics.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863584" y="4626273"/>
            <a:ext cx="3672887" cy="1480344"/>
          </a:xfrm>
          <a:prstGeom prst="roundRect">
            <a:avLst>
              <a:gd name="adj" fmla="val 5015"/>
            </a:avLst>
          </a:prstGeom>
          <a:solidFill>
            <a:srgbClr val="183A1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288" y="4882952"/>
            <a:ext cx="220855" cy="1767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37848" y="4819154"/>
            <a:ext cx="2921919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References include official Python, Flask, HTML5, CSS, and JavaScript documentation and web development learning resources.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01900" y="2154535"/>
            <a:ext cx="7429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Thank You</a:t>
            </a:r>
            <a:r>
              <a:rPr lang="en-US" sz="6000" dirty="0">
                <a:solidFill>
                  <a:schemeClr val="bg1"/>
                </a:solidFill>
              </a:rPr>
              <a:t> 🌟</a:t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i="1" dirty="0">
                <a:solidFill>
                  <a:schemeClr val="bg1"/>
                </a:solidFill>
              </a:rPr>
              <a:t>Thanks for listening!</a:t>
            </a:r>
            <a:r>
              <a:rPr lang="en-US" sz="6000" dirty="0">
                <a:solidFill>
                  <a:schemeClr val="bg1"/>
                </a:solidFill>
              </a:rPr>
              <a:t/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b="1" dirty="0">
                <a:solidFill>
                  <a:schemeClr val="bg1"/>
                </a:solidFill>
              </a:rPr>
              <a:t>Any Questions?</a:t>
            </a:r>
            <a:endParaRPr 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23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544</Words>
  <Application>Microsoft Office PowerPoint</Application>
  <PresentationFormat>Widescreen</PresentationFormat>
  <Paragraphs>104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Montserrat</vt:lpstr>
      <vt:lpstr>Heebo Bold</vt:lpstr>
      <vt:lpstr>Heebo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KHAN G</cp:lastModifiedBy>
  <cp:revision>9</cp:revision>
  <dcterms:created xsi:type="dcterms:W3CDTF">2026-07-18T07:16:40Z</dcterms:created>
  <dcterms:modified xsi:type="dcterms:W3CDTF">2026-07-22T05:08:30Z</dcterms:modified>
</cp:coreProperties>
</file>